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cfce930a8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cfce930a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cfce930a8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cfce930a8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cfce930a8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cfce930a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cfce930a8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cfce930a8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cfe4f02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cfe4f02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cfe4f02c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cfe4f02c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cfe4f02c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cfe4f02c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cfe4f02c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cfe4f02c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FAKE NEWS </a:t>
            </a:r>
            <a:r>
              <a:rPr lang="en-GB"/>
              <a:t>PREDICTION</a:t>
            </a:r>
            <a:r>
              <a:rPr lang="en-GB"/>
              <a:t> USING MACHINE LEARNING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-12" y="347966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PRESENTED BY: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 C DHARSHAN(2023006380)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 MUKESH(2023003986)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SAMEER(2023004759)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/>
              <a:t>INTRODUCTION </a:t>
            </a:r>
            <a:endParaRPr sz="3200"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 sz="1200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Fake news is false, misleading, or fabricated content that lacks verified sources.</a:t>
            </a:r>
            <a:endParaRPr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Rapid growth due to social media platforms.</a:t>
            </a:r>
            <a:endParaRPr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Fake news prediction uses machine learning to 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classify</a:t>
            </a: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news articles as "real" or "fake" by analyzing textual patterns, identifying misinformation, and reducing manual verification</a:t>
            </a: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 used</a:t>
            </a: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LOGISTIC REGRESSION 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Logistic regression is </a:t>
            </a:r>
            <a:r>
              <a:rPr lang="en-GB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a fundamental machine learning algorithm used for binary classification.</a:t>
            </a:r>
            <a:endParaRPr>
              <a:solidFill>
                <a:srgbClr val="001D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predicts</a:t>
            </a: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one</a:t>
            </a: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of two outcomes (0 or 1, true/false, yes/no) based on predictor variables.</a:t>
            </a:r>
            <a:endParaRPr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uses the sigmoid function to map predicted values to probabilities between 0 and 1</a:t>
            </a:r>
            <a:endParaRPr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/>
              <a:t>WORKFLOW</a:t>
            </a:r>
            <a:endParaRPr sz="3200"/>
          </a:p>
        </p:txBody>
      </p:sp>
      <p:pic>
        <p:nvPicPr>
          <p:cNvPr id="104" name="Google Shape;104;p16" title="Screenshot 2026-04-01 1430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50" y="1170175"/>
            <a:ext cx="8051676" cy="382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Why Logistic Regression?</a:t>
            </a:r>
            <a:endParaRPr sz="3200"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0266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Suitability: It is ideal for binary classification tasks, making it a standard choice for classifying text as "fake" or "real"</a:t>
            </a:r>
            <a:endParaRPr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Performance: It provides high accuracy (up to 98.31%) and efficiency in text classification tasks.</a:t>
            </a:r>
            <a:endParaRPr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Interpretability: Logistic regression allows for easy understanding of which words or features contribute most to the classification.</a:t>
            </a:r>
            <a:endParaRPr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21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009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GB" sz="3200">
                <a:latin typeface="Arial"/>
                <a:ea typeface="Arial"/>
                <a:cs typeface="Arial"/>
                <a:sym typeface="Arial"/>
              </a:rPr>
              <a:t>DATA SET </a:t>
            </a:r>
            <a:endParaRPr sz="3200"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Kaggle / online datasets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Contains: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News title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Text/content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 (Real/Fake)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preprocessing: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 stopwords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Lowercasing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Removing punctuation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0096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 Model </a:t>
            </a:r>
            <a:r>
              <a:rPr lang="en-GB" sz="3200">
                <a:latin typeface="Arial"/>
                <a:ea typeface="Arial"/>
                <a:cs typeface="Arial"/>
                <a:sym typeface="Arial"/>
              </a:rPr>
              <a:t>Training</a:t>
            </a:r>
            <a:endParaRPr sz="4900"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122083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 dataset: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set (80%)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 set (20%)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Logistic Regression model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using: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→ Overall correctness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Precision → Correct positive predictions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Recall      → Coverage of actual positives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F1-score  → Balance between precision &amp; recall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 sz="3556"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/>
              <a:t>Model accuracy (example: 90–95%)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/>
              <a:t>Confusion Matrix: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-GB" sz="1800"/>
              <a:t>True Positives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-GB" sz="1800"/>
              <a:t>False Positives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/>
              <a:t>Observations: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-GB" sz="1800"/>
              <a:t>Model performs well on structured news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-GB" sz="1800"/>
              <a:t>May struggle with sarcastic or ambiguous text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 sz="3556"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10720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 is a highly effective, efficient, and interpretable machine learning algorithm for binary fake news classification (real vs. fake).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often achievies high accuracy rates,sometimes exceeding 98% when combined with TF-IDF vectorization and Natural Language Processing (NLP) techniques</a:t>
            </a: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endParaRPr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acts as a powerful, scalable solution for identifying patterns in misinformation on social platforms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